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0.pn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36.png"/><Relationship Id="rId5" Type="http://schemas.openxmlformats.org/officeDocument/2006/relationships/image" Target="../media/image32.png"/><Relationship Id="rId10" Type="http://schemas.openxmlformats.org/officeDocument/2006/relationships/image" Target="../media/image35.png"/><Relationship Id="rId4" Type="http://schemas.openxmlformats.org/officeDocument/2006/relationships/image" Target="../media/image31.png"/><Relationship Id="rId9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962" y="1837432"/>
            <a:ext cx="2124075" cy="314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725" y="4630042"/>
            <a:ext cx="1123950" cy="390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8775" y="4630042"/>
            <a:ext cx="1095375" cy="3905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0" y="4630042"/>
            <a:ext cx="1343025" cy="3905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95487" y="2380357"/>
            <a:ext cx="8201025" cy="1182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sz="4050" b="1" i="0" u="none">
                <a:solidFill>
                  <a:srgbClr val="0F172A"/>
                </a:solidFill>
                <a:latin typeface="Plus Jakarta Sans"/>
              </a:rPr>
              <a:t>Your Menu.</a:t>
            </a:r>
            <a:r>
              <a:t>
</a:t>
            </a:r>
            <a:r>
              <a:rPr sz="4050" b="1" i="0" u="none">
                <a:solidFill>
                  <a:srgbClr val="0D9488"/>
                </a:solidFill>
                <a:latin typeface="Plus Jakarta Sans"/>
              </a:rPr>
              <a:t>One Scan Away.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0750" y="3715642"/>
            <a:ext cx="7810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A modern digital menu that makes browsing effortless for diners and friction-free to manage for your hospitality business.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2075" y="4758630"/>
            <a:ext cx="114300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6550" y="4758630"/>
            <a:ext cx="114300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33850" y="4753867"/>
            <a:ext cx="12382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76900" y="4753867"/>
            <a:ext cx="10477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91375" y="4753867"/>
            <a:ext cx="1238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71725"/>
            <a:ext cx="5334000" cy="2790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371725"/>
            <a:ext cx="5334000" cy="2790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38250" y="2724150"/>
            <a:ext cx="4530566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 u="none">
                <a:solidFill>
                  <a:srgbClr val="0D9488"/>
                </a:solidFill>
                <a:latin typeface="Plus Jakarta Sans SemiBold"/>
              </a:rPr>
              <a:t>Realities of Printed Menus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24200"/>
            <a:ext cx="46291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New Price?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A printed menu doesn't update itself. Sticking labels or crossing out numbers ruins the venue's presentation.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967162"/>
            <a:ext cx="46291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New Item?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Adding just one seasonal dish can mean throwing away dozens of cards and paying for a full reprint run.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1825" y="2724150"/>
            <a:ext cx="4500562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 u="none">
                <a:solidFill>
                  <a:srgbClr val="0D9488"/>
                </a:solidFill>
                <a:latin typeface="Plus Jakarta Sans SemiBold"/>
              </a:rPr>
              <a:t>The Operational Burden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3124200"/>
            <a:ext cx="46291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Special Offer?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Temporary weekend specials shouldn't create permanent operational headaches or wasted stock.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3724275"/>
            <a:ext cx="46291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The Core Truth: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Your kitchen and prices change regularly. Your customers shouldn't have to deal with outdated menus.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2752725"/>
            <a:ext cx="20002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925" y="2752725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When Menus Change, Hassle Follows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How Guests Browse Has Changed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767310"/>
            <a:ext cx="555069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766E"/>
                </a:solidFill>
                <a:latin typeface="Plus Jakarta Sans SemiBold"/>
              </a:rPr>
              <a:t>Paper • Digital • One 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167360"/>
            <a:ext cx="528637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Customers search, scan, and browse every day directly from their phones. Your menu should be naturally ready for their expectations.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837682"/>
            <a:ext cx="528637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Instant Access. Zero Friction.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Guests simply scan your table QR code to start browsing high-resolution dishes without downloading any external apps.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57387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57387"/>
            <a:ext cx="56007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766E"/>
                </a:solidFill>
                <a:latin typeface="Plus Jakarta Sans SemiBold"/>
              </a:rPr>
              <a:t>A QR Code Is Just the Door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357437"/>
            <a:ext cx="5334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What happens after the scan is what creates loyalty and higher orders: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2957512"/>
            <a:ext cx="51054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Instant Mobile Browser Access: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Your full menu loads cleanly in under two seconds.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3576637"/>
            <a:ext cx="51054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No App Downloads: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Customers don't need to install anything or sign up for accounts.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4195762"/>
            <a:ext cx="51054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Rich Dish Presentations: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High-resolution photos, clear pricing, and live availability.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4814887"/>
            <a:ext cx="51054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Tailored to Your Brand: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Looks and feels like your business, not a generic spreadsheet.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966912"/>
            <a:ext cx="5314950" cy="3600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2919412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538537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157662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776787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Introducing Horizon Menu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12" y="4052887"/>
            <a:ext cx="2486025" cy="12552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862" y="2226171"/>
            <a:ext cx="2486025" cy="12552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4112" y="4052887"/>
            <a:ext cx="2486025" cy="125521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6362" y="2226171"/>
            <a:ext cx="2486025" cy="12552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748087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7483" y="4252912"/>
            <a:ext cx="227028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0F766E"/>
                </a:solidFill>
                <a:latin typeface="Plus Jakarta Sans SemiBold"/>
              </a:rPr>
              <a:t>01 •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537" y="4548187"/>
            <a:ext cx="2162175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Customer arrives and scans the custom table QR code using their camera.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9733" y="2426196"/>
            <a:ext cx="227028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0F766E"/>
                </a:solidFill>
                <a:latin typeface="Plus Jakarta Sans SemiBold"/>
              </a:rPr>
              <a:t>02 • OPEN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3787" y="2721471"/>
            <a:ext cx="2162175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Your branded digital menu opens instantly in their native mobile browser.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1983" y="4252912"/>
            <a:ext cx="227028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0F766E"/>
                </a:solidFill>
                <a:latin typeface="Plus Jakarta Sans SemiBold"/>
              </a:rPr>
              <a:t>03 • BROWSE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6037" y="4548187"/>
            <a:ext cx="2162175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They easily explore categories, photos, dietary tags, and detailed pricing.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04233" y="2426196"/>
            <a:ext cx="227028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0F766E"/>
                </a:solidFill>
                <a:latin typeface="Plus Jakarta Sans SemiBold"/>
              </a:rPr>
              <a:t>04 •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58287" y="2721471"/>
            <a:ext cx="2162175" cy="559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They order with your staff or message via your preferred venue method.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47850" y="36623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610100" y="36623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72350" y="36623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134600" y="36623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One Scan. That's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78868"/>
            <a:ext cx="3530649" cy="27765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378868"/>
            <a:ext cx="3530649" cy="27765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378868"/>
            <a:ext cx="3530649" cy="27765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674143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359943"/>
            <a:ext cx="168021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766E"/>
                </a:solidFill>
                <a:latin typeface="Plus Jakarta Sans SemiBold"/>
              </a:rPr>
              <a:t>Organized Menus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693318"/>
            <a:ext cx="305439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Structured categories allow diners to find drinks, mains, and desserts quickly without scrolling fatigue.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4431506"/>
            <a:ext cx="305439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Clear Details: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Full pricing and ingredient transparency.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2674143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68874" y="3359943"/>
            <a:ext cx="131016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766E"/>
                </a:solidFill>
                <a:latin typeface="Plus Jakarta Sans SemiBold"/>
              </a:rPr>
              <a:t>Visual Appeal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8874" y="3693318"/>
            <a:ext cx="305439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High-resolution dish photos remove guesswork, sparking appetites and boosting average order values.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8874" y="4431506"/>
            <a:ext cx="305439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Dietary Tags: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Veg, non-veg, vegan, and spice indicators.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2674143"/>
            <a:ext cx="495300" cy="495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28124" y="3359943"/>
            <a:ext cx="163020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766E"/>
                </a:solidFill>
                <a:latin typeface="Plus Jakarta Sans SemiBold"/>
              </a:rPr>
              <a:t>Business 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8124" y="3693318"/>
            <a:ext cx="305439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Includes location maps, operational hours, social links, and phone numbers in one clean interface.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8124" y="4431506"/>
            <a:ext cx="305439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Custom Branding: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Matched to your cafe's colors and fonts.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8687" y="2807493"/>
            <a:ext cx="257175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2224" y="2807493"/>
            <a:ext cx="228600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47186" y="2807493"/>
            <a:ext cx="257175" cy="228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It's More Than Just a QR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62187"/>
            <a:ext cx="3530649" cy="3009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262187"/>
            <a:ext cx="3530649" cy="3009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262187"/>
            <a:ext cx="3530649" cy="3009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557462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243262"/>
            <a:ext cx="1110138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766E"/>
                </a:solidFill>
                <a:latin typeface="Plus Jakarta Sans SemiBold"/>
              </a:rPr>
              <a:t>READY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576637"/>
            <a:ext cx="305439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Clean &amp; Fast: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Launch within 24 hours using sleek, modern restaurant layouts tailored to quick service and cafes.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4333875"/>
            <a:ext cx="26098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0D9488"/>
                </a:solidFill>
                <a:latin typeface="Inter SemiBold"/>
              </a:rPr>
              <a:t>Includes logo &amp; brand color matching.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2557462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68874" y="3243262"/>
            <a:ext cx="96012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766E"/>
                </a:solidFill>
                <a:latin typeface="Plus Jakarta Sans SemiBold"/>
              </a:rPr>
              <a:t>PLUS 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8874" y="3576637"/>
            <a:ext cx="305439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Brand Control: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Enhanced styling, personalized category layouts, and curated typography that highlights your signature flair.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8874" y="4548187"/>
            <a:ext cx="3054399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0D9488"/>
                </a:solidFill>
                <a:latin typeface="Inter SemiBold"/>
              </a:rPr>
              <a:t>Distinctive presentation for growing dining spots.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2557462"/>
            <a:ext cx="495300" cy="495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28124" y="3243262"/>
            <a:ext cx="133016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2410C"/>
                </a:solidFill>
                <a:latin typeface="Plus Jakarta Sans SemiBold"/>
              </a:rPr>
              <a:t>CUSTOM TIER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8124" y="3576637"/>
            <a:ext cx="305439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Built Around You: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A bespoke digital menu designed from the ground up to match luxury hotels and flagship bistros.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8124" y="4333875"/>
            <a:ext cx="290512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FF4D00"/>
                </a:solidFill>
                <a:latin typeface="Inter SemiBold"/>
              </a:rPr>
              <a:t>Unique visual identity and premier styling.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262" y="2690812"/>
            <a:ext cx="200025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7937" y="2690812"/>
            <a:ext cx="257175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1474" y="2690812"/>
            <a:ext cx="228600" cy="228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Your Business. Your Unique Style.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19287"/>
            <a:ext cx="5334000" cy="3695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19287"/>
            <a:ext cx="5334000" cy="3695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66825" y="2271712"/>
            <a:ext cx="4500562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 u="none">
                <a:solidFill>
                  <a:srgbClr val="0D9488"/>
                </a:solidFill>
                <a:latin typeface="Plus Jakarta Sans SemiBold"/>
              </a:rPr>
              <a:t>Minor Updates Included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2671762"/>
            <a:ext cx="46291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Routine business adjustments are handled smoothly without downtime: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1825" y="2271712"/>
            <a:ext cx="4500562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 u="none">
                <a:solidFill>
                  <a:srgbClr val="0D9488"/>
                </a:solidFill>
                <a:latin typeface="Plus Jakarta Sans SemiBold"/>
              </a:rPr>
              <a:t>Major Updates Handled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2671762"/>
            <a:ext cx="46291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Keep your venue fresh as your menu and seasons evolve: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2300287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52525" y="3271837"/>
            <a:ext cx="44005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Real-time price adjustments and seasonal rate tweaks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3648075"/>
            <a:ext cx="44005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Adding new seasonal dishes or marking sold-out 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525" y="4024312"/>
            <a:ext cx="44005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Updating food photographs and detailed item descriptions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525" y="4643437"/>
            <a:ext cx="44005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Updating venue contact details, phone numbers, and hours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925" y="2300287"/>
            <a:ext cx="228600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67525" y="3028950"/>
            <a:ext cx="44005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Complete seasonal and festival menu redesigns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7525" y="3405187"/>
            <a:ext cx="44005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Theme and layout structural transformations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7525" y="3781425"/>
            <a:ext cx="44005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Brand color palette and typography refreshes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67525" y="4157662"/>
            <a:ext cx="44005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Comprehensive category and kitchen restructuring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025" y="3233737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3609975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025" y="3986212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025" y="4605337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7025" y="2990850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7025" y="3367087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7025" y="3743325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7025" y="4119562"/>
            <a:ext cx="133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0D9488"/>
                </a:solidFill>
                <a:latin typeface="Inte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Menu Updates Made Frictionless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090737"/>
            <a:ext cx="11049000" cy="33528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090737"/>
          <a:ext cx="11029948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7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Package Feature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READY • ₹999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0F766E"/>
                          </a:solidFill>
                          <a:latin typeface="Plus Jakarta Sans"/>
                        </a:rPr>
                        <a:t>PLUS • ₹1,299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C2410C"/>
                          </a:solidFill>
                          <a:latin typeface="Plus Jakarta Sans"/>
                        </a:rPr>
                        <a:t>CUSTOM • ₹2,599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475569"/>
                          </a:solidFill>
                          <a:latin typeface="Inter"/>
                        </a:rPr>
                        <a:t>Design Direction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Ready-made clean template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Enhanced brand styling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Custom design from scratch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475569"/>
                          </a:solidFill>
                          <a:latin typeface="Inter"/>
                        </a:rPr>
                        <a:t>Branding &amp; Logo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Standard logo &amp; color match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Custom font &amp; color theme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Full brand immersion &amp; assets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475569"/>
                          </a:solidFill>
                          <a:latin typeface="Inter"/>
                        </a:rPr>
                        <a:t>Menu Setup &amp; QR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Print-ready QR + setup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Custom branded table QR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Bespoke tabletop QR designs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475569"/>
                          </a:solidFill>
                          <a:latin typeface="Inter"/>
                        </a:rPr>
                        <a:t>Update Allowance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1 Major + 6 Minor updates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2 Major + 8 Minor updates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2 Major + 10 Minor updates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475569"/>
                          </a:solidFill>
                          <a:latin typeface="Inter"/>
                        </a:rPr>
                        <a:t>Hosting &amp; Support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1st Year included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1st Year included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475569"/>
                          </a:solidFill>
                          <a:latin typeface="Inter"/>
                        </a:rPr>
                        <a:t>1st Year included + priority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647950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338512" y="2647950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0" y="2647950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853487" y="2647950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3205162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38512" y="3205162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0" y="3205162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853487" y="3205162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1025" y="3762375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8512" y="3762375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96000" y="3762375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53487" y="3762375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1025" y="4319587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38512" y="4319587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96000" y="4319587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853487" y="4319587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1025" y="4876800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338512" y="4876800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96000" y="4876800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853487" y="4876800"/>
            <a:ext cx="27574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Simple, Transparent Pricing Plans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Your Complete Business Online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767310"/>
            <a:ext cx="555069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766E"/>
                </a:solidFill>
                <a:latin typeface="Plus Jakarta Sans SemiBold"/>
              </a:rPr>
              <a:t>Horizon Business Website • ₹1,199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167360"/>
            <a:ext cx="528637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Customers don't just look for your menu—they look for your restaurant online before deciding where to eat.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837682"/>
            <a:ext cx="528637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One Link. Your Entire Venue.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A dedicated website featuring your story, food gallery, Google Maps directions, operating hours, and direct WhatsApp contact.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00" y="4052887"/>
            <a:ext cx="3314700" cy="10685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650" y="2412801"/>
            <a:ext cx="3314700" cy="10685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1699" y="4052887"/>
            <a:ext cx="3314700" cy="106858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1500" y="3748087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2754" y="4252912"/>
            <a:ext cx="314039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0F766E"/>
                </a:solidFill>
                <a:latin typeface="Plus Jakarta Sans SemiBold"/>
              </a:rPr>
              <a:t>TODAY • Digital 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7525" y="4548187"/>
            <a:ext cx="29908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Instant table QR menu, zero app installs, live updates, and clear dish photos.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5803" y="2612826"/>
            <a:ext cx="314039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0F766E"/>
                </a:solidFill>
                <a:latin typeface="Plus Jakarta Sans SemiBold"/>
              </a:rPr>
              <a:t>NEXT • WhatsApp Ordering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0575" y="2908101"/>
            <a:ext cx="29908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Coming soon: Customers browse items, build carts, and send orders straight via WhatsApp.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08853" y="4252912"/>
            <a:ext cx="314039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0F766E"/>
                </a:solidFill>
                <a:latin typeface="Plus Jakarta Sans SemiBold"/>
              </a:rPr>
              <a:t>BEYOND • Digital Suite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3624" y="4548187"/>
            <a:ext cx="299085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Smart feedback tools, promotional banners, and customer loyalty touchpoints.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08249" y="36623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91299" y="36623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674349" y="366236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The Horizon Roadmap &amp; Future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14612"/>
            <a:ext cx="5334000" cy="23050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1525" y="3005137"/>
            <a:ext cx="49339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sz="9000" b="0" i="0" u="none">
                <a:solidFill>
                  <a:srgbClr val="0D9488"/>
                </a:solidFill>
                <a:latin typeface="Plus Jakarta Sans ExtraBold"/>
              </a:rPr>
              <a:t>86%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4243387"/>
            <a:ext cx="49339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>
                <a:solidFill>
                  <a:srgbClr val="0F172A"/>
                </a:solidFill>
                <a:latin typeface="Inter"/>
              </a:rPr>
              <a:t>Smartphone Users Scan QRs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602706"/>
            <a:ext cx="56007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F766E"/>
                </a:solidFill>
                <a:latin typeface="Plus Jakarta Sans SemiBold"/>
              </a:rPr>
              <a:t>Is Your Restaurant Ready?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002756"/>
            <a:ext cx="5334000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Over 86% of diners comfortably scan QR codes, and 78% check a restaurant's menu on their phone before visiting. Traditional paper alone leaves guests waiting and costs you money every time prices adjust.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4088606"/>
            <a:ext cx="533400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Menu → Website → Direct Ordering.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Take the first simple step today to modernize your venue's guest experience without complex technical overhead.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Your Customers Are Digital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714500" y="2016918"/>
            <a:ext cx="8763000" cy="566737"/>
          </a:xfrm>
          <a:prstGeom prst="roundRect">
            <a:avLst>
              <a:gd name="adj" fmla="val 2016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0" y="2169318"/>
            <a:ext cx="8001000" cy="261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0F172A"/>
                </a:solidFill>
                <a:latin typeface="Inter SemiBold"/>
              </a:rPr>
              <a:t>01 • CHOOSE: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Select your preferred tier (Ready, Plus, or Custom) and any add-ons.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14500" y="2717006"/>
            <a:ext cx="8763000" cy="566737"/>
          </a:xfrm>
          <a:prstGeom prst="roundRect">
            <a:avLst>
              <a:gd name="adj" fmla="val 2016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0" y="2869406"/>
            <a:ext cx="8001000" cy="261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0F172A"/>
                </a:solidFill>
                <a:latin typeface="Inter SemiBold"/>
              </a:rPr>
              <a:t>02 • SHARE: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Send over your menu list, item prices, food photos, and venue logo.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14500" y="3417093"/>
            <a:ext cx="8763000" cy="566737"/>
          </a:xfrm>
          <a:prstGeom prst="roundRect">
            <a:avLst>
              <a:gd name="adj" fmla="val 2016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0" y="3569493"/>
            <a:ext cx="8001000" cy="261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0F172A"/>
                </a:solidFill>
                <a:latin typeface="Inter SemiBold"/>
              </a:rPr>
              <a:t>03 • BUILD: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Our team formats, designs, and organizes your mobile digital menu.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14500" y="4117181"/>
            <a:ext cx="8763000" cy="566737"/>
          </a:xfrm>
          <a:prstGeom prst="roundRect">
            <a:avLst>
              <a:gd name="adj" fmla="val 2016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0" y="4269581"/>
            <a:ext cx="8001000" cy="261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0F172A"/>
                </a:solidFill>
                <a:latin typeface="Inter SemiBold"/>
              </a:rPr>
              <a:t>04 • REVIEW: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Test the private live link on your phone and approve all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14500" y="4817268"/>
            <a:ext cx="8763000" cy="566737"/>
          </a:xfrm>
          <a:prstGeom prst="roundRect">
            <a:avLst>
              <a:gd name="adj" fmla="val 2016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0" y="4969668"/>
            <a:ext cx="8001000" cy="261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0F172A"/>
                </a:solidFill>
                <a:latin typeface="Inter SemiBold"/>
              </a:rPr>
              <a:t>05 • GO LIVE: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Receive print-ready table QR codes and begin welcoming diners.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14500" y="2574131"/>
            <a:ext cx="8763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714500" y="3274218"/>
            <a:ext cx="8763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14500" y="3974306"/>
            <a:ext cx="8763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714500" y="4674393"/>
            <a:ext cx="8763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714500" y="5374481"/>
            <a:ext cx="8763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525" y="2193131"/>
            <a:ext cx="209550" cy="2190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4525" y="3593306"/>
            <a:ext cx="209550" cy="2190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4525" y="4293393"/>
            <a:ext cx="238125" cy="2190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4525" y="4993481"/>
            <a:ext cx="209550" cy="2190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lus Jakarta Sans"/>
              </a:rPr>
              <a:t>How We Work With You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6287" y="3703290"/>
            <a:ext cx="3019425" cy="5048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2164109"/>
            <a:ext cx="11601450" cy="700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520"/>
              </a:lnSpc>
            </a:pPr>
            <a:r>
              <a:rPr sz="4800" b="1" i="0" u="none">
                <a:solidFill>
                  <a:srgbClr val="0F172A"/>
                </a:solidFill>
                <a:latin typeface="Plus Jakarta Sans"/>
              </a:rPr>
              <a:t>Ready to Go Digital?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017490"/>
            <a:ext cx="11049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475569"/>
                </a:solidFill>
                <a:latin typeface="Inter"/>
              </a:rPr>
              <a:t>Let's put your menu one scan away.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493865"/>
            <a:ext cx="11049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0F766E"/>
                </a:solidFill>
                <a:latin typeface="Inter SemiBold"/>
              </a:rPr>
              <a:t>Digital Menus • Custom Websites • Modern Hospitality Tools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1034</Words>
  <Application>Microsoft Office PowerPoint</Application>
  <PresentationFormat>Widescreen</PresentationFormat>
  <Paragraphs>125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Inter</vt:lpstr>
      <vt:lpstr>Inter SemiBold</vt:lpstr>
      <vt:lpstr>Plus Jakarta Sans</vt:lpstr>
      <vt:lpstr>Plus Jakarta Sans ExtraBold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kunal mahato</cp:lastModifiedBy>
  <cp:revision>2</cp:revision>
  <dcterms:created xsi:type="dcterms:W3CDTF">2013-01-27T09:14:16Z</dcterms:created>
  <dcterms:modified xsi:type="dcterms:W3CDTF">2026-09-08T15:38:24Z</dcterms:modified>
  <cp:category/>
</cp:coreProperties>
</file>